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Fixture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Placeholders inherit from the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</a:t>
            </a:r>
          </a:p>
          <a:p>
            <a:pPr lvl="1"/>
            <a:r>
              <a:t>Second level</a:t>
            </a:r>
          </a:p>
          <a:p>
            <a:r>
              <a:t>Mixed </a:t>
            </a:r>
            <a:r>
              <a:rPr b="1"/>
              <a:t>bold</a:t>
            </a:r>
            <a:r>
              <a:rPr>
                <a:solidFill>
                  <a:srgbClr val="C00000"/>
                </a:solidFill>
              </a:rPr>
              <a:t> and 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Styled shape</a:t>
            </a:r>
          </a:p>
        </p:txBody>
      </p:sp>
      <p:sp>
        <p:nvSpPr>
          <p:cNvPr id="3" name="Oval 2"/>
          <p:cNvSpPr/>
          <p:nvPr/>
        </p:nvSpPr>
        <p:spPr>
          <a:xfrm rot="1800000">
            <a:off x="3657600" y="457200"/>
            <a:ext cx="1828800" cy="1371600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Group 3"/>
          <p:cNvGrpSpPr/>
          <p:nvPr/>
        </p:nvGrpSpPr>
        <p:grpSpPr>
          <a:xfrm>
            <a:off x="914400" y="2743200"/>
            <a:ext cx="1143000" cy="457200"/>
            <a:chOff x="914400" y="2743200"/>
            <a:chExt cx="22860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27432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>
              <a:off x="2286000" y="2743200"/>
              <a:ext cx="914400" cy="914400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7" name="Connector 6"/>
          <p:cNvCxnSpPr/>
          <p:nvPr/>
        </p:nvCxnSpPr>
        <p:spPr>
          <a:xfrm>
            <a:off x="3657600" y="2743200"/>
            <a:ext cx="2743200" cy="914400"/>
          </a:xfrm>
          <a:prstGeom prst="line">
            <a:avLst/>
          </a:prstGeom>
          <a:ln w="38100">
            <a:solidFill>
              <a:srgbClr val="2C6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and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R0C1</a:t>
                      </a:r>
                    </a:p>
                    <a:p>
                      <a:r>
                        <a:t>R0C2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t>R1C0</a:t>
                      </a:r>
                    </a:p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0" y="1371600"/>
          <a:ext cx="3200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DDE6F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t>Centered first line</a:t>
            </a:r>
            <a:br/>
            <a:r>
              <a:t>after a break</a:t>
            </a:r>
          </a:p>
          <a:p>
            <a:pPr marL="342900" indent="-342900">
              <a:defRPr sz="1400"/>
              <a:buAutoNum type="arabicPeriod"/>
            </a:pPr>
            <a:r>
              <a:t>One</a:t>
            </a:r>
          </a:p>
          <a:p>
            <a:pPr marL="342900" indent="-342900">
              <a:defRPr sz="1400"/>
              <a:buAutoNum type="arabicPeriod"/>
            </a:pPr>
            <a:r>
              <a:t>Two</a:t>
            </a:r>
          </a:p>
          <a:p>
            <a:pPr marL="342900" indent="-342900">
              <a:defRPr sz="1400"/>
              <a:buAutoNum type="arabicPeriod"/>
            </a:pPr>
            <a:r>
              <a:t>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E = mc</a:t>
            </a:r>
            <a:r>
              <a:rPr baseline="30000"/>
              <a:t>2</a:t>
            </a:r>
            <a:r>
              <a:t> — slide </a:t>
            </a:r>
            <a:fld id="{B6F15528-21DE-4FAA-801E-634DDDAF4B2B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